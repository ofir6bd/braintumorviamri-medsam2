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David, Ofir" userId="b76e4e70-005d-40e3-8916-cc0c0e108fc2" providerId="ADAL" clId="{A2CC637E-8A9A-43D4-B903-8648B4231DFF}"/>
    <pc:docChg chg="modSld">
      <pc:chgData name="Ben David, Ofir" userId="b76e4e70-005d-40e3-8916-cc0c0e108fc2" providerId="ADAL" clId="{A2CC637E-8A9A-43D4-B903-8648B4231DFF}" dt="2026-08-21T08:17:59.503" v="4" actId="1038"/>
      <pc:docMkLst>
        <pc:docMk/>
      </pc:docMkLst>
      <pc:sldChg chg="modSp mod">
        <pc:chgData name="Ben David, Ofir" userId="b76e4e70-005d-40e3-8916-cc0c0e108fc2" providerId="ADAL" clId="{A2CC637E-8A9A-43D4-B903-8648B4231DFF}" dt="2026-08-21T08:17:59.503" v="4" actId="1038"/>
        <pc:sldMkLst>
          <pc:docMk/>
          <pc:sldMk cId="0" sldId="256"/>
        </pc:sldMkLst>
        <pc:spChg chg="mod">
          <ac:chgData name="Ben David, Ofir" userId="b76e4e70-005d-40e3-8916-cc0c0e108fc2" providerId="ADAL" clId="{A2CC637E-8A9A-43D4-B903-8648B4231DFF}" dt="2026-08-21T08:17:59.503" v="4" actId="1038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" y="27432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YOLO Tumour Segmentation — 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CEF2"/>
                </a:solidFill>
              </a:defRPr>
            </a:pPr>
            <a:r>
              <a:t>BraTS whole-tumour segmentation on axial MRI slices, fine-tuned YOLO11n-seg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1. Patient split</a:t>
            </a:r>
          </a:p>
          <a:p>
            <a:pPr>
              <a:spcBef>
                <a:spcPts val="400"/>
              </a:spcBef>
              <a:defRPr sz="1150">
                <a:solidFill>
                  <a:srgbClr val="44495C"/>
                </a:solidFill>
              </a:defRPr>
            </a:pPr>
            <a:r>
              <a:t>1,621 labeled patients -&gt; train 60% / val 20% / test 20%, by patient (seed=42)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1600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06240" y="141732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2. RGB frame per slice</a:t>
            </a:r>
          </a:p>
          <a:p>
            <a:pPr>
              <a:spcBef>
                <a:spcPts val="400"/>
              </a:spcBef>
              <a:defRPr sz="1150">
                <a:solidFill>
                  <a:srgbClr val="44495C"/>
                </a:solidFill>
              </a:defRPr>
            </a:pPr>
            <a:r>
              <a:t>R = T1C-T1 (uptake)   G = T2   B = FLAIR  -&gt;  512x512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73152" cy="1600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0" y="141732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3. Labels from expert mask</a:t>
            </a:r>
          </a:p>
          <a:p>
            <a:pPr>
              <a:spcBef>
                <a:spcPts val="400"/>
              </a:spcBef>
              <a:defRPr sz="1150">
                <a:solidFill>
                  <a:srgbClr val="44495C"/>
                </a:solidFill>
              </a:defRPr>
            </a:pPr>
            <a:r>
              <a:t>seg&gt;0 -&gt; connected components -&gt; polygons -&gt; YOLO-seg 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417320"/>
            <a:ext cx="73152" cy="1600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4. Train yolo11n-seg</a:t>
            </a:r>
          </a:p>
          <a:p>
            <a:pPr>
              <a:spcBef>
                <a:spcPts val="400"/>
              </a:spcBef>
              <a:defRPr sz="1150">
                <a:solidFill>
                  <a:srgbClr val="44495C"/>
                </a:solidFill>
              </a:defRPr>
            </a:pPr>
            <a:r>
              <a:t>Ultralytics fine-tune on train/val, 25 epochs, imgsz 512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06240" y="324612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5. Evaluate on held-out test</a:t>
            </a:r>
          </a:p>
          <a:p>
            <a:pPr>
              <a:spcBef>
                <a:spcPts val="400"/>
              </a:spcBef>
              <a:defRPr sz="1150">
                <a:solidFill>
                  <a:srgbClr val="44495C"/>
                </a:solidFill>
              </a:defRPr>
            </a:pPr>
            <a:r>
              <a:t>Dice = 2|pred (cap) gt| / (|pred|+|gt|)  -&gt;  mean Dice per patient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24612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5280" y="324612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6. Web UI</a:t>
            </a:r>
          </a:p>
          <a:p>
            <a:pPr>
              <a:spcBef>
                <a:spcPts val="400"/>
              </a:spcBef>
              <a:defRPr sz="1150">
                <a:solidFill>
                  <a:srgbClr val="44495C"/>
                </a:solidFill>
              </a:defRPr>
            </a:pPr>
            <a:r>
              <a:t>Flask /yolo blueprint renders GT vs. prediction overlay + Dice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3246120"/>
            <a:ext cx="73152" cy="1600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Code: YOLO/pipeline.py, train.py, evaluate.py, render.py, routes.py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 &amp; Patient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CEF2"/>
                </a:solidFill>
              </a:defRPr>
            </a:pPr>
            <a:r>
              <a:t>All patients are labeled (expert -seg mask) — split by patient, never by slice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1,621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Total labeled 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973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Train (60%)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5A623"/>
                </a:solidFill>
              </a:defRPr>
            </a:pPr>
            <a:r>
              <a:t>324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Validation (20%)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46304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324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Test (20%, held 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 b="1">
                <a:solidFill>
                  <a:srgbClr val="141428"/>
                </a:solidFill>
              </a:defRPr>
            </a:pPr>
            <a:r>
              <a:t>Source pools (config.yaml -&gt; paths.extract_to):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 b="0">
                <a:solidFill>
                  <a:srgbClr val="22273A"/>
                </a:solidFill>
              </a:defRPr>
            </a:pPr>
            <a:r>
              <a:t>  • training_data1_v2 — 1,350 patients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1500" b="0">
                <a:solidFill>
                  <a:srgbClr val="22273A"/>
                </a:solidFill>
              </a:defRPr>
            </a:pPr>
            <a:r>
              <a:t>  • training_data_additional — 271 patients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 b="1">
                <a:solidFill>
                  <a:srgbClr val="141428"/>
                </a:solidFill>
              </a:defRPr>
            </a:pPr>
            <a:r>
              <a:t>Split logic (pipeline.split_patients):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 b="0">
                <a:solidFill>
                  <a:srgbClr val="22273A"/>
                </a:solidFill>
              </a:defRPr>
            </a:pPr>
            <a:r>
              <a:t>  • Deterministic shuffle, seed = 42 — reproducible across runs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 b="0">
                <a:solidFill>
                  <a:srgbClr val="22273A"/>
                </a:solidFill>
              </a:defRPr>
            </a:pPr>
            <a:r>
              <a:t>  • Split by patient (all slices of one patient stay in one split) — avoids data leakage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 b="0">
                <a:solidFill>
                  <a:srgbClr val="22273A"/>
                </a:solidFill>
              </a:defRPr>
            </a:pPr>
            <a:r>
              <a:t>  • Train + val used for fine-tuning yolo11n-seg; test is never trained 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 b="0">
                <a:solidFill>
                  <a:srgbClr val="22273A"/>
                </a:solidFill>
              </a:defRPr>
            </a:pPr>
            <a:r>
              <a:t>  • Test split = the web UI's patient list; every Dice shown there is on unseen patients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Training Results — Current Best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CEF2"/>
                </a:solidFill>
              </a:defRPr>
            </a:pPr>
            <a:r>
              <a:t>best_20260821-013417_valloss2p9192_testdice0p8662.pt</a:t>
            </a:r>
          </a:p>
        </p:txBody>
      </p:sp>
      <p:pic>
        <p:nvPicPr>
          <p:cNvPr id="6" name="Picture 5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6741"/>
            <a:ext cx="7315200" cy="27930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28016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0.866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Mean test Dice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46888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2.919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Best val loss (total)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365760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5A623"/>
                </a:solidFill>
              </a:defRPr>
            </a:pPr>
            <a:r>
              <a:t>324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Test patients evaluated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8463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22273A"/>
                </a:solidFill>
              </a:defRPr>
            </a:pPr>
            <a:r>
              <a:t>Epochs: 25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22273A"/>
                </a:solidFill>
              </a:defRPr>
            </a:pPr>
            <a:r>
              <a:t>Image size: 512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22273A"/>
                </a:solidFill>
              </a:defRPr>
            </a:pPr>
            <a:r>
              <a:t>Batch size: 16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22273A"/>
                </a:solidFill>
              </a:defRPr>
            </a:pPr>
            <a:r>
              <a:t>Base model: yolo11n-seg.pt (COCO pretrained)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Loss = box + seg + cls + dfl (Ultralytics results.csv). mAP@50 computed on the validation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Segmentation Result — Ground Truth vs.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CEF2"/>
                </a:solidFill>
              </a:defRPr>
            </a:pPr>
            <a:r>
              <a:t>Rendered by render.py using the checkpoint above, on a held-out test-split patient</a:t>
            </a:r>
          </a:p>
        </p:txBody>
      </p:sp>
      <p:pic>
        <p:nvPicPr>
          <p:cNvPr id="6" name="Picture 5" descr="segmenta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13" y="1234440"/>
            <a:ext cx="1134409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384A"/>
                </a:solidFill>
              </a:defRPr>
            </a:pPr>
            <a:r>
              <a:t>Patient BraTS-GLI-02141-101 (test split, unseen during training) — patient mean Dice 0.867, close to the overall test mean of 0.866 across 324 patients.</a:t>
            </a:r>
          </a:p>
          <a:p>
            <a:pPr>
              <a:spcBef>
                <a:spcPts val="400"/>
              </a:spcBef>
              <a:defRPr sz="1250" b="1">
                <a:solidFill>
                  <a:srgbClr val="141428"/>
                </a:solidFill>
              </a:defRPr>
            </a:pPr>
            <a:r>
              <a:t>Green = expert ground truth  •  Red = YOLO prediction  •  Yellow = overlap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456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 David, Ofir</cp:lastModifiedBy>
  <cp:revision>1</cp:revision>
  <dcterms:created xsi:type="dcterms:W3CDTF">2013-01-27T09:14:16Z</dcterms:created>
  <dcterms:modified xsi:type="dcterms:W3CDTF">2026-08-21T08:18:05Z</dcterms:modified>
  <cp:category/>
</cp:coreProperties>
</file>